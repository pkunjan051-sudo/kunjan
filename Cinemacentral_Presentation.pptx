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88720" y="1280160"/>
            <a:ext cx="2743200" cy="45720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🎬 FLUTTER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dirty="0"/>
              <a:t>CINEMACENTRAL</a:t>
            </a:r>
          </a:p>
          <a:p>
            <a:pPr>
              <a:defRPr sz="2200" b="1">
                <a:solidFill>
                  <a:srgbClr val="FF2E4C"/>
                </a:solidFill>
              </a:defRPr>
            </a:pPr>
            <a:r>
              <a:rPr dirty="0"/>
              <a:t>Next-Generation Movie Discovery &amp; Entertainment Platform</a:t>
            </a:r>
          </a:p>
          <a:p>
            <a:pPr>
              <a:defRPr sz="1400">
                <a:solidFill>
                  <a:srgbClr val="B0B3C6"/>
                </a:solidFill>
              </a:defRPr>
            </a:pPr>
            <a:r>
              <a:rPr dirty="0"/>
              <a:t>A high-performance mobile application engineered with Flutter, Dart, REST APIs, and local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480560"/>
            <a:ext cx="9814255" cy="1280160"/>
          </a:xfrm>
          <a:prstGeom prst="roundRect">
            <a:avLst/>
          </a:prstGeom>
          <a:solidFill>
            <a:srgbClr val="0D0E15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617720"/>
            <a:ext cx="9448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PROJECT METADATA &amp; STACK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Technology: Flutter 3.x | Dart SDK | REST API (TMDB) | HTTP Client | SharedPreferences</a:t>
            </a:r>
            <a:br/>
            <a:r>
              <a:t>• Topic: Mobile Software Engineering &amp; UI/UX Design | College Project 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Introduction: What is Cinemacentral?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50914"/>
                </a:solidFill>
              </a:defRPr>
            </a:pPr>
            <a:r>
              <a:rPr dirty="0"/>
              <a:t>Application Concept &amp; Vision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Cinema</a:t>
            </a:r>
            <a:r>
              <a:rPr lang="en-US" dirty="0" err="1">
                <a:solidFill>
                  <a:schemeClr val="bg1"/>
                </a:solidFill>
              </a:rPr>
              <a:t>C</a:t>
            </a:r>
            <a:r>
              <a:rPr dirty="0" err="1">
                <a:solidFill>
                  <a:schemeClr val="bg1"/>
                </a:solidFill>
              </a:rPr>
              <a:t>entra</a:t>
            </a:r>
            <a:r>
              <a:rPr lang="en-US" dirty="0" err="1">
                <a:solidFill>
                  <a:schemeClr val="bg1"/>
                </a:solidFill>
              </a:rPr>
              <a:t>l</a:t>
            </a:r>
            <a:r>
              <a:rPr dirty="0">
                <a:solidFill>
                  <a:schemeClr val="bg1"/>
                </a:solidFill>
              </a:rPr>
              <a:t> a cross-platform mobile discovery application designed to offer movie lovers an immersive, fast, and visually captivating space to explore cinema.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Built with Flutter and Dart, the app acts as a single centralized hub for real-time trending movies, top-rated classics, upcoming releases, short video trailers, cast bios, and personal watchlists.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🎯 Centralized Discovery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Aggregates global cinema data into a single modern interface, eliminating fragmented searching across web portals.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Immersive UX &amp; Reels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Features high-resolution poster carousels and vertical video trailer reels inspired by modern streaming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📌 Personalized Watchlist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Allows users to bookmark movies locally with instant persistent storage using SharedPreferences.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Statement: Challenges in Existing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480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906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</a:defRPr>
            </a:pPr>
            <a:r>
              <a:rPr dirty="0"/>
              <a:t>PROBLEM 01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Fragmented Information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Users must navigate between multiple websites and platforms to find movie synopsis, cast details, ratings, and video trailers.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480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828800"/>
            <a:ext cx="30906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rPr dirty="0"/>
              <a:t>PROBLEM 02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Visually Outdated Interfaces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Many traditional movie tools feature cluttered desktop layouts, uninspired typography, and poor mobile touch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480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828800"/>
            <a:ext cx="30906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rPr dirty="0"/>
              <a:t>PROBLEM 03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Sluggish Mobile Performance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Heavy web views and unoptimized image loading cause lag, buffer delays, and high battery consumption on mobile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Objectives &amp; Key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🎨 Modern Netflix-Inspired Theme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Design a sleek, obsidian dark cinematic interface with custom typography and poster-first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🔌 Live REST API Integration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Connect to TMDB REST API v3 using HTTP client to dynamically retrieve global movie data and posters.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📲 Cross-Platform Responsiveness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Build responsive mobile layouts compatible across diverse Android and iOS display dimensions.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🚀 Smooth Navigation &amp; State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Implement clean Material 3 navigation bars, tab switching, and reactive watchlist state update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⚡ High Performance Media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Optimize image caching using CachedNetworkImage and video playback with VideoPlayer controller.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&amp;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 dirty="0"/>
              <a:t>CORE FRAMEWORK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Flutter 3.x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Google's UI toolkit for compiling fast, natively compiled cross-platform mobile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78308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 dirty="0"/>
              <a:t>LANGUAGE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Dart SDK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Strongly typed, object-oriented language optimized for client development and async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78308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rPr dirty="0"/>
              <a:t>DATA BACKEND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TMDB REST API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The Movie Database REST API v3 for fetching trending movies, search, genres, and cast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rPr dirty="0"/>
              <a:t>NETWORKING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HTTP Package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Asynchronous REST API requests, query parameters, header management, and response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02336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416052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</a:defRPr>
            </a:pPr>
            <a:r>
              <a:rPr dirty="0"/>
              <a:t>LOCAL STORAGE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err="1"/>
              <a:t>SharedPreferences</a:t>
            </a:r>
            <a:endParaRPr dirty="0"/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Key-value persistent storage engine used to store user favorites &amp; watchlist across 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023360"/>
            <a:ext cx="3456432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160520"/>
            <a:ext cx="3090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</a:defRPr>
            </a:pPr>
            <a:r>
              <a:rPr dirty="0"/>
              <a:t>TYPOGRAPHY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Google Fonts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Dynamic font rendering featuring Montserrat for bold headlines and Inter for body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&amp;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Touch Input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Tap movie, tab switch, or search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4643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403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87563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Flutter UI Views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Material3 Widgets, Screens, &amp;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3526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9286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6446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ApiService Layer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HTTP REST client &amp; Endpoint routers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409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169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329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TMDB API / Storage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Remote JSON Server &amp; SharedPreferences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292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44212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 State Update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ValueNotifier &amp; Screen Re-render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3-Tier Clean Architecture Principles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Presentation Layer: Modular widgets (HomeScreen, SearchScreen, ReelsScreen, MovieDetailsScreen) built using Material 3 UI.</a:t>
            </a:r>
            <a:br/>
            <a:r>
              <a:t>• Business &amp; Service Layer: ApiService decouples network logic from UI; FavoritesService provides reactive ValueNotifier state management.</a:t>
            </a:r>
            <a:br/>
            <a:r>
              <a:t>• Data &amp; Storage Layer: JSON response deserialization via strong Dart data models (Movie, Actor) + persistent SharedPreferences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Main Features &amp; Application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🚀 Animated Splash Screen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Sleek branding startup screen with service initialization.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🏠 Home Discovery Hub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Featured hero backdrop banner, trending rows &amp; genre 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🎬 Short Trailers Feed (Reels)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Full-screen vertical swipe video player with inline trailer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🔍 Smart Search &amp; Debounce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Instant movie search with query debouncing to reduce API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📖 Detailed Movie Pages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Storyline summary, ratings, release info, cast carousels, &amp; trailer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80060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⭐ Persistent Watchlist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Bookmark favorite movies stored locally using SharedPreferences.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UI/UX Design System &amp; Aesthetics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50914"/>
                </a:solidFill>
              </a:defRPr>
            </a:pPr>
            <a:r>
              <a:t>Cinematic Design Aesthetics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Dark Obsidian Canvas (#0D0E15): Immerses users in a theater-like ambient environment.</a:t>
            </a:r>
            <a:br/>
            <a:r>
              <a:t>• Crimson Primary (#E50914): Highlights call-to-action buttons, active navigation, and hero badges.</a:t>
            </a:r>
            <a:br/>
            <a:r>
              <a:t>• Rating Gold (#FFC107): Visual rating indicators (e.g. 8.5/10) for instant readability.</a:t>
            </a:r>
            <a:br/>
            <a:r>
              <a:t>• Modern Typography: Montserrat for display titles &amp; Inter for ultra-legible body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🖼️ Poster-Based Browsing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High-aspect-ratio poster cards with subtle hover scale animations and rating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✨ Glassmorphism &amp; Elevation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Semi-transparent dark surfaces with rounded borders and subtle background blurs.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242255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876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📱 Responsive Adaptive Layouts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Auto-adjusting grid columns and scalable carousels optimized for phone screens.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API Integration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rPr dirty="0"/>
              <a:t>STEP 01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Flutter App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rPr dirty="0"/>
              <a:t>User initiates view or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4643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403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87563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rPr dirty="0"/>
              <a:t>STEP 02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HTTP GET Request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rPr dirty="0" err="1"/>
              <a:t>ApiService</a:t>
            </a:r>
            <a:r>
              <a:rPr dirty="0"/>
              <a:t> sends async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3526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9286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6446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TMDB API Server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Processes query &amp; fetches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409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169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329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JSON Response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Raw movie payload 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292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44212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Movie.fromJson()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Parsed into Dart Data Objects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Technical API Implementation &amp; Resilience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REST Endpoints: Serves /trending/movie/week, /movie/popular, /movie/top_rated, and /search/movie.</a:t>
            </a:r>
            <a:br/>
            <a:r>
              <a:t>• Image Delivery: Constructs dynamic CDN image URLs (https://image.tmdb.org/t/p/w500) for fast poster loading.</a:t>
            </a:r>
            <a:br/>
            <a:r>
              <a:t>• Graceful Fallbacks: Integrates fallback image URLs (Unsplash placeholders) if TMDB backdrop or poster paths are missing.</a:t>
            </a:r>
            <a:br/>
            <a:r>
              <a:t>• Network Caching: Employs CachedNetworkImage to prevent redundant HTTP bandwidth usage.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Application User Journey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Splash Screen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Animated startup &amp; pre-loader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4643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403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87563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Main Navigation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5-tab bottom NavigationBar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3526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9286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6446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Home / Search / Reels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Explore movies or watch trailers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409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169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329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Movie Details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Read overview &amp; view 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292" y="23317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1645920"/>
            <a:ext cx="1853123" cy="19202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44212" y="1783080"/>
            <a:ext cx="157880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Watchlist Action</a:t>
            </a:r>
          </a:p>
          <a:p>
            <a:pPr algn="ctr">
              <a:defRPr sz="1100">
                <a:solidFill>
                  <a:srgbClr val="B0B3C6"/>
                </a:solidFill>
              </a:defRPr>
            </a:pPr>
            <a:r>
              <a:t>Bookmark favorite locally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Seamless User Experience Flow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Frictionless Browsing: Users land directly on the Home feed without complex login barriers.</a:t>
            </a:r>
            <a:br/>
            <a:r>
              <a:t>• Intuitive Navigation: IndexedStack preserves screen state across tab switches so search results and scroll positions remain intact.</a:t>
            </a:r>
            <a:br/>
            <a:r>
              <a:t>• One-Tap Favorites: Adding a movie to Watchlist instantly updates the NavigationBar badge count in real-time.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Future Scope &amp; Roadmaps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🔐 User Authentication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Firebase Auth / Supabase integration for multi-device user profiles &amp; cloud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🤖 AI Recommendation Engine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Personalized movie recommendations based on user watch history and genre affinity.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⏱️ Watch History &amp; Resume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Track trailer viewing progress and allow resuming video trailers seamlessly.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0896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🔔 Real-time Push Notifications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Alert users when new movie trailers drop or bookmarked movies enter theaters.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📥 Offline Mode Caching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Full offline storage of movie metadata and posters using Hive local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800600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📺 Full Movie Streaming Support</a:t>
            </a:r>
          </a:p>
          <a:p>
            <a:pPr>
              <a:defRPr sz="1200">
                <a:solidFill>
                  <a:srgbClr val="B0B3C6"/>
                </a:solidFill>
              </a:defRPr>
            </a:pPr>
            <a:r>
              <a:t>Integration with legal video streaming protocols (HLS/DASH) for full-length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9161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Conclusion &amp; 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77374"/>
            <a:ext cx="10728655" cy="29260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80550"/>
            <a:ext cx="10180015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/>
              <a:t>Cinemacentral</a:t>
            </a:r>
            <a:r>
              <a:rPr dirty="0"/>
              <a:t> Project Achievement Summary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Cinemacentral</a:t>
            </a:r>
            <a:r>
              <a:rPr dirty="0">
                <a:solidFill>
                  <a:schemeClr val="bg1"/>
                </a:solidFill>
              </a:rPr>
              <a:t> successfully demonstrates modern mobile software engineering principles by delivering a high-performance, visually captivating movie discovery app built with Flutter and REST APIs.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Flutter Mastery: Clean reactive UI, smooth Material 3 navigation, custom themes, and custom video components.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REST API Integration: Asynchronous HTTP fetching, JSON parsing, error handling, and lazy image loading.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UI/UX Excellence: Modern Netflix/IMDb-inspired dark aesthetic suitable for real-world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</a:defRPr>
            </a:pPr>
            <a:r>
              <a:rPr dirty="0"/>
              <a:t>THANK YOU!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Questions &amp; Answers | </a:t>
            </a:r>
            <a:r>
              <a:rPr dirty="0" err="1"/>
              <a:t>Cinemacentral</a:t>
            </a:r>
            <a:r>
              <a:rPr dirty="0"/>
              <a:t> Final Project Viva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1402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Kunjan Patel</cp:lastModifiedBy>
  <cp:revision>5</cp:revision>
  <dcterms:created xsi:type="dcterms:W3CDTF">2013-01-27T09:14:16Z</dcterms:created>
  <dcterms:modified xsi:type="dcterms:W3CDTF">2026-08-12T06:17:45Z</dcterms:modified>
  <cp:category/>
</cp:coreProperties>
</file>